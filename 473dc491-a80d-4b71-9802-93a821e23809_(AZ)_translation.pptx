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10287000" cx="18288000"/>
  <p:notesSz cx="6858000" cy="9144000"/>
  <p:embeddedFontLst>
    <p:embeddedFont>
      <p:font typeface="Source Code Pro"/>
      <p:regular r:id="rId16"/>
      <p:bold r:id="rId17"/>
      <p:italic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gnMugDwdHSxDH78htx5xEI1XoX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font" Target="fonts/SourceCodePro-regular.fntdata"/><Relationship Id="rId17" Type="http://schemas.openxmlformats.org/officeDocument/2006/relationships/font" Target="fonts/SourceCodePro-bold.fntdata"/><Relationship Id="rId18" Type="http://schemas.openxmlformats.org/officeDocument/2006/relationships/font" Target="fonts/SourceCodePro-italic.fntdata"/><Relationship Id="rId19" Type="http://schemas.openxmlformats.org/officeDocument/2006/relationships/font" Target="fonts/SourceCodePro-boldItalic.fntdata"/><Relationship Id="rId20" Type="http://schemas.openxmlformats.org/officeDocument/2006/relationships/font" Target="fonts/OpenSans-regular.fntdata"/><Relationship Id="rId21" Type="http://schemas.openxmlformats.org/officeDocument/2006/relationships/font" Target="fonts/OpenSans-bold.fntdata"/><Relationship Id="rId22" Type="http://schemas.openxmlformats.org/officeDocument/2006/relationships/font" Target="fonts/OpenSans-italic.fntdata"/><Relationship Id="rId23" Type="http://schemas.openxmlformats.org/officeDocument/2006/relationships/font" Target="fonts/OpenSans-boldItalic.fntdata"/><Relationship Id="rId2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c871dbca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c871dbca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c871dbcadf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c871dbcadf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c871dbcadf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c871dbcadf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ca653e977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ca653e977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ca653e977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ca653e977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ca653e977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ca653e977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ca653e977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ca653e977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ca653e977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ca653e977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c871dbcadf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c871dbcadf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c871dbcadf_0_168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c871dbcadf_0_168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20" name="Google Shape;20;gc871dbcadf_0_16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c871dbcadf_0_82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92" name="Google Shape;92;gc871dbcadf_0_82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953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•"/>
              <a:defRPr/>
            </a:lvl1pPr>
            <a:lvl2pPr indent="-4572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600"/>
              <a:buChar char="•"/>
              <a:defRPr/>
            </a:lvl2pPr>
            <a:lvl3pPr indent="-4191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93" name="Google Shape;93;gc871dbcadf_0_82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871dbcadf_0_757"/>
          <p:cNvSpPr txBox="1"/>
          <p:nvPr>
            <p:ph type="ctrTitle"/>
          </p:nvPr>
        </p:nvSpPr>
        <p:spPr>
          <a:xfrm>
            <a:off x="2286000" y="1683544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 sz="9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96" name="Google Shape;96;gc871dbcadf_0_757"/>
          <p:cNvSpPr txBox="1"/>
          <p:nvPr>
            <p:ph idx="1" type="subTitle"/>
          </p:nvPr>
        </p:nvSpPr>
        <p:spPr>
          <a:xfrm>
            <a:off x="2286000" y="5403057"/>
            <a:ext cx="13716000" cy="24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gc871dbcadf_0_757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98" name="Google Shape;98;gc871dbcadf_0_757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99" name="Google Shape;99;gc871dbcadf_0_757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c871dbcadf_0_763"/>
          <p:cNvSpPr txBox="1"/>
          <p:nvPr>
            <p:ph type="title"/>
          </p:nvPr>
        </p:nvSpPr>
        <p:spPr>
          <a:xfrm>
            <a:off x="1257300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02" name="Google Shape;102;gc871dbcadf_0_763"/>
          <p:cNvSpPr txBox="1"/>
          <p:nvPr>
            <p:ph idx="1" type="body"/>
          </p:nvPr>
        </p:nvSpPr>
        <p:spPr>
          <a:xfrm>
            <a:off x="1257300" y="2738438"/>
            <a:ext cx="15773400" cy="6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/>
        </p:txBody>
      </p:sp>
      <p:sp>
        <p:nvSpPr>
          <p:cNvPr id="103" name="Google Shape;103;gc871dbcadf_0_763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04" name="Google Shape;104;gc871dbcadf_0_763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05" name="Google Shape;105;gc871dbcadf_0_763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871dbcadf_0_769"/>
          <p:cNvSpPr txBox="1"/>
          <p:nvPr>
            <p:ph type="title"/>
          </p:nvPr>
        </p:nvSpPr>
        <p:spPr>
          <a:xfrm>
            <a:off x="1247775" y="2564607"/>
            <a:ext cx="157734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 sz="9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08" name="Google Shape;108;gc871dbcadf_0_769"/>
          <p:cNvSpPr txBox="1"/>
          <p:nvPr>
            <p:ph idx="1" type="body"/>
          </p:nvPr>
        </p:nvSpPr>
        <p:spPr>
          <a:xfrm>
            <a:off x="1247775" y="6884194"/>
            <a:ext cx="15773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gc871dbcadf_0_769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10" name="Google Shape;110;gc871dbcadf_0_769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11" name="Google Shape;111;gc871dbcadf_0_769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c871dbcadf_0_775"/>
          <p:cNvSpPr txBox="1"/>
          <p:nvPr>
            <p:ph type="title"/>
          </p:nvPr>
        </p:nvSpPr>
        <p:spPr>
          <a:xfrm>
            <a:off x="1257300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14" name="Google Shape;114;gc871dbcadf_0_775"/>
          <p:cNvSpPr txBox="1"/>
          <p:nvPr>
            <p:ph idx="1" type="body"/>
          </p:nvPr>
        </p:nvSpPr>
        <p:spPr>
          <a:xfrm>
            <a:off x="1257300" y="2738438"/>
            <a:ext cx="7772400" cy="6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/>
        </p:txBody>
      </p:sp>
      <p:sp>
        <p:nvSpPr>
          <p:cNvPr id="115" name="Google Shape;115;gc871dbcadf_0_775"/>
          <p:cNvSpPr txBox="1"/>
          <p:nvPr>
            <p:ph idx="2" type="body"/>
          </p:nvPr>
        </p:nvSpPr>
        <p:spPr>
          <a:xfrm>
            <a:off x="9258300" y="2738438"/>
            <a:ext cx="7772400" cy="6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/>
        </p:txBody>
      </p:sp>
      <p:sp>
        <p:nvSpPr>
          <p:cNvPr id="116" name="Google Shape;116;gc871dbcadf_0_775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17" name="Google Shape;117;gc871dbcadf_0_775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18" name="Google Shape;118;gc871dbcadf_0_775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c871dbcadf_0_782"/>
          <p:cNvSpPr txBox="1"/>
          <p:nvPr>
            <p:ph type="title"/>
          </p:nvPr>
        </p:nvSpPr>
        <p:spPr>
          <a:xfrm>
            <a:off x="1259682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21" name="Google Shape;121;gc871dbcadf_0_782"/>
          <p:cNvSpPr txBox="1"/>
          <p:nvPr>
            <p:ph idx="1" type="body"/>
          </p:nvPr>
        </p:nvSpPr>
        <p:spPr>
          <a:xfrm>
            <a:off x="1259682" y="2521745"/>
            <a:ext cx="7736400" cy="1236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22" name="Google Shape;122;gc871dbcadf_0_782"/>
          <p:cNvSpPr txBox="1"/>
          <p:nvPr>
            <p:ph idx="2" type="body"/>
          </p:nvPr>
        </p:nvSpPr>
        <p:spPr>
          <a:xfrm>
            <a:off x="1259682" y="3757613"/>
            <a:ext cx="7736400" cy="55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/>
        </p:txBody>
      </p:sp>
      <p:sp>
        <p:nvSpPr>
          <p:cNvPr id="123" name="Google Shape;123;gc871dbcadf_0_782"/>
          <p:cNvSpPr txBox="1"/>
          <p:nvPr>
            <p:ph idx="3" type="body"/>
          </p:nvPr>
        </p:nvSpPr>
        <p:spPr>
          <a:xfrm>
            <a:off x="9258300" y="2521745"/>
            <a:ext cx="7774800" cy="1236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24" name="Google Shape;124;gc871dbcadf_0_782"/>
          <p:cNvSpPr txBox="1"/>
          <p:nvPr>
            <p:ph idx="4" type="body"/>
          </p:nvPr>
        </p:nvSpPr>
        <p:spPr>
          <a:xfrm>
            <a:off x="9258300" y="3757613"/>
            <a:ext cx="7774800" cy="55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/>
        </p:txBody>
      </p:sp>
      <p:sp>
        <p:nvSpPr>
          <p:cNvPr id="125" name="Google Shape;125;gc871dbcadf_0_782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26" name="Google Shape;126;gc871dbcadf_0_782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27" name="Google Shape;127;gc871dbcadf_0_782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c871dbcadf_0_791"/>
          <p:cNvSpPr txBox="1"/>
          <p:nvPr>
            <p:ph type="title"/>
          </p:nvPr>
        </p:nvSpPr>
        <p:spPr>
          <a:xfrm>
            <a:off x="1257300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30" name="Google Shape;130;gc871dbcadf_0_791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31" name="Google Shape;131;gc871dbcadf_0_791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32" name="Google Shape;132;gc871dbcadf_0_791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c871dbcadf_0_796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35" name="Google Shape;135;gc871dbcadf_0_796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36" name="Google Shape;136;gc871dbcadf_0_796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c871dbcadf_0_800"/>
          <p:cNvSpPr txBox="1"/>
          <p:nvPr>
            <p:ph type="title"/>
          </p:nvPr>
        </p:nvSpPr>
        <p:spPr>
          <a:xfrm>
            <a:off x="1259682" y="685800"/>
            <a:ext cx="5898600" cy="24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39" name="Google Shape;139;gc871dbcadf_0_800"/>
          <p:cNvSpPr txBox="1"/>
          <p:nvPr>
            <p:ph idx="1" type="body"/>
          </p:nvPr>
        </p:nvSpPr>
        <p:spPr>
          <a:xfrm>
            <a:off x="7774782" y="1481138"/>
            <a:ext cx="9258000" cy="73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533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1pPr>
            <a:lvl2pPr indent="-4953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2pPr>
            <a:lvl3pPr indent="-457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191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4pPr>
            <a:lvl5pPr indent="-4191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5pPr>
            <a:lvl6pPr indent="-4191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6pPr>
            <a:lvl7pPr indent="-4191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7pPr>
            <a:lvl8pPr indent="-4191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8pPr>
            <a:lvl9pPr indent="-4191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9pPr>
          </a:lstStyle>
          <a:p/>
        </p:txBody>
      </p:sp>
      <p:sp>
        <p:nvSpPr>
          <p:cNvPr id="140" name="Google Shape;140;gc871dbcadf_0_800"/>
          <p:cNvSpPr txBox="1"/>
          <p:nvPr>
            <p:ph idx="2" type="body"/>
          </p:nvPr>
        </p:nvSpPr>
        <p:spPr>
          <a:xfrm>
            <a:off x="1259682" y="3086100"/>
            <a:ext cx="5898600" cy="57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1" name="Google Shape;141;gc871dbcadf_0_800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42" name="Google Shape;142;gc871dbcadf_0_800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43" name="Google Shape;143;gc871dbcadf_0_800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c871dbcadf_0_807"/>
          <p:cNvSpPr txBox="1"/>
          <p:nvPr>
            <p:ph type="title"/>
          </p:nvPr>
        </p:nvSpPr>
        <p:spPr>
          <a:xfrm>
            <a:off x="1259682" y="685800"/>
            <a:ext cx="5898600" cy="24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46" name="Google Shape;146;gc871dbcadf_0_807"/>
          <p:cNvSpPr/>
          <p:nvPr>
            <p:ph idx="2" type="pic"/>
          </p:nvPr>
        </p:nvSpPr>
        <p:spPr>
          <a:xfrm>
            <a:off x="7774782" y="1481138"/>
            <a:ext cx="9258000" cy="73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gc871dbcadf_0_807"/>
          <p:cNvSpPr txBox="1"/>
          <p:nvPr>
            <p:ph idx="1" type="body"/>
          </p:nvPr>
        </p:nvSpPr>
        <p:spPr>
          <a:xfrm>
            <a:off x="1259682" y="3086100"/>
            <a:ext cx="5898600" cy="57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8" name="Google Shape;148;gc871dbcadf_0_807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49" name="Google Shape;149;gc871dbcadf_0_807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50" name="Google Shape;150;gc871dbcadf_0_807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c871dbcadf_0_814"/>
          <p:cNvSpPr txBox="1"/>
          <p:nvPr>
            <p:ph type="title"/>
          </p:nvPr>
        </p:nvSpPr>
        <p:spPr>
          <a:xfrm>
            <a:off x="1257300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53" name="Google Shape;153;gc871dbcadf_0_814"/>
          <p:cNvSpPr txBox="1"/>
          <p:nvPr>
            <p:ph idx="1" type="body"/>
          </p:nvPr>
        </p:nvSpPr>
        <p:spPr>
          <a:xfrm rot="5400000">
            <a:off x="5880600" y="-1884862"/>
            <a:ext cx="6526800" cy="15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/>
        </p:txBody>
      </p:sp>
      <p:sp>
        <p:nvSpPr>
          <p:cNvPr id="154" name="Google Shape;154;gc871dbcadf_0_814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55" name="Google Shape;155;gc871dbcadf_0_814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56" name="Google Shape;156;gc871dbcadf_0_814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c871dbcadf_0_820"/>
          <p:cNvSpPr txBox="1"/>
          <p:nvPr>
            <p:ph type="title"/>
          </p:nvPr>
        </p:nvSpPr>
        <p:spPr>
          <a:xfrm rot="5400000">
            <a:off x="10700100" y="2935088"/>
            <a:ext cx="87180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59" name="Google Shape;159;gc871dbcadf_0_820"/>
          <p:cNvSpPr txBox="1"/>
          <p:nvPr>
            <p:ph idx="1" type="body"/>
          </p:nvPr>
        </p:nvSpPr>
        <p:spPr>
          <a:xfrm rot="5400000">
            <a:off x="2698950" y="-894112"/>
            <a:ext cx="8718000" cy="11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/>
        </p:txBody>
      </p:sp>
      <p:sp>
        <p:nvSpPr>
          <p:cNvPr id="160" name="Google Shape;160;gc871dbcadf_0_820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61" name="Google Shape;161;gc871dbcadf_0_820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62" name="Google Shape;162;gc871dbcadf_0_820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871dbcadf_0_751"/>
          <p:cNvSpPr txBox="1"/>
          <p:nvPr>
            <p:ph type="title"/>
          </p:nvPr>
        </p:nvSpPr>
        <p:spPr>
          <a:xfrm>
            <a:off x="1257300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gc871dbcadf_0_751"/>
          <p:cNvSpPr txBox="1"/>
          <p:nvPr>
            <p:ph idx="1" type="body"/>
          </p:nvPr>
        </p:nvSpPr>
        <p:spPr>
          <a:xfrm>
            <a:off x="1257300" y="2738438"/>
            <a:ext cx="15773400" cy="6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95300" lvl="0" marL="457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572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191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c871dbcadf_0_751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c871dbcadf_0_751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gc871dbcadf_0_751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c871dbcadf_0_0"/>
          <p:cNvSpPr txBox="1"/>
          <p:nvPr>
            <p:ph type="ctrTitle"/>
          </p:nvPr>
        </p:nvSpPr>
        <p:spPr>
          <a:xfrm>
            <a:off x="0" y="3269850"/>
            <a:ext cx="18288000" cy="3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US" sz="9960">
                <a:solidFill>
                  <a:srgbClr val="00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Modulun mövzusu</a:t>
            </a:r>
            <a:endParaRPr b="1" sz="9960">
              <a:solidFill>
                <a:srgbClr val="0000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68" name="Google Shape;168;gc871dbcadf_0_0"/>
          <p:cNvSpPr txBox="1"/>
          <p:nvPr/>
        </p:nvSpPr>
        <p:spPr>
          <a:xfrm>
            <a:off x="4398250" y="7452375"/>
            <a:ext cx="10489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C9437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Sənin adın</a:t>
            </a:r>
            <a:endParaRPr b="1" i="0" sz="5000" u="none" cap="none" strike="noStrike">
              <a:solidFill>
                <a:srgbClr val="C9437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c871dbcadf_0_256"/>
          <p:cNvSpPr txBox="1"/>
          <p:nvPr/>
        </p:nvSpPr>
        <p:spPr>
          <a:xfrm>
            <a:off x="1087483" y="904875"/>
            <a:ext cx="16171801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0" lang="en-US" sz="6399" u="none" cap="none" strike="noStrike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>Nə öyrəndim?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c871dbcadf_0_256"/>
          <p:cNvSpPr txBox="1"/>
          <p:nvPr/>
        </p:nvSpPr>
        <p:spPr>
          <a:xfrm>
            <a:off x="1087483" y="4131362"/>
            <a:ext cx="992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c871dbcadf_0_256"/>
          <p:cNvSpPr txBox="1"/>
          <p:nvPr/>
        </p:nvSpPr>
        <p:spPr>
          <a:xfrm>
            <a:off x="1087483" y="2186077"/>
            <a:ext cx="103470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 modulda öyrəndiklərini, hansı proqramdan istifadə etdiyini buraya yaz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gc871dbcadf_0_2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29326" y="-1"/>
            <a:ext cx="5554575" cy="554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c871dbcadf_0_354"/>
          <p:cNvSpPr txBox="1"/>
          <p:nvPr/>
        </p:nvSpPr>
        <p:spPr>
          <a:xfrm>
            <a:off x="1025263" y="575265"/>
            <a:ext cx="16233901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>Hansı proqramları etdim: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c871dbcadf_0_354"/>
          <p:cNvSpPr txBox="1"/>
          <p:nvPr/>
        </p:nvSpPr>
        <p:spPr>
          <a:xfrm>
            <a:off x="1235353" y="2387075"/>
            <a:ext cx="12775801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8"/>
              <a:buFont typeface="Arial"/>
              <a:buNone/>
            </a:pPr>
            <a:r>
              <a:rPr b="1" i="0" lang="en-US" sz="4498" u="none" cap="none" strike="noStrike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Proqramlarının ekran görüntülərini buraya qoy. Məsələn, hansı oyunları etmisən. Həmçinin necə işlədikləri haqqında bir neçə söz yaz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ca653e9777_0_1"/>
          <p:cNvSpPr txBox="1"/>
          <p:nvPr/>
        </p:nvSpPr>
        <p:spPr>
          <a:xfrm>
            <a:off x="1025263" y="575265"/>
            <a:ext cx="16233901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>Hansı proqramları etdim: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ca653e9777_0_1"/>
          <p:cNvSpPr txBox="1"/>
          <p:nvPr/>
        </p:nvSpPr>
        <p:spPr>
          <a:xfrm>
            <a:off x="1025277" y="2544300"/>
            <a:ext cx="12249001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8"/>
              <a:buFont typeface="Arial"/>
              <a:buNone/>
            </a:pPr>
            <a:r>
              <a:rPr b="1" i="0" lang="en-US" sz="4498" u="none" cap="none" strike="noStrike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Proqramlarının ekran görüntülərini buraya qoy. Məsələn, hansı oyunları etmisən. Həmçinin necə işlədikləri haqqında bir neçə söz yaz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ca653e9777_0_6"/>
          <p:cNvSpPr txBox="1"/>
          <p:nvPr/>
        </p:nvSpPr>
        <p:spPr>
          <a:xfrm>
            <a:off x="1594700" y="2342150"/>
            <a:ext cx="14352300" cy="26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8"/>
              <a:buFont typeface="Arial"/>
              <a:buNone/>
            </a:pPr>
            <a:r>
              <a:rPr b="1" i="0" lang="en-US" sz="4498" u="none" cap="none" strike="noStrike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Proqramlarının ekran görüntülərini buraya qoy. Məsələn, hansı oyunları etmisən. Həmçinin necə işlədikləri haqqında bir neçə söz yaz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ca653e9777_0_6"/>
          <p:cNvSpPr txBox="1"/>
          <p:nvPr/>
        </p:nvSpPr>
        <p:spPr>
          <a:xfrm>
            <a:off x="1025263" y="575265"/>
            <a:ext cx="1623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>Ən maraqlı nə oldu?</a:t>
            </a:r>
            <a:r>
              <a:rPr b="1" lang="en-US" sz="7200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r>
              <a:rPr b="1" i="0" lang="en-US" sz="7200" u="none" cap="none" strike="noStrike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ca653e9777_0_11"/>
          <p:cNvSpPr txBox="1"/>
          <p:nvPr/>
        </p:nvSpPr>
        <p:spPr>
          <a:xfrm>
            <a:off x="1025263" y="575265"/>
            <a:ext cx="16233901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>Mənim layihəm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ca653e9777_0_11"/>
          <p:cNvSpPr txBox="1"/>
          <p:nvPr/>
        </p:nvSpPr>
        <p:spPr>
          <a:xfrm>
            <a:off x="1594703" y="2342150"/>
            <a:ext cx="13314900" cy="26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8"/>
              <a:buFont typeface="Arial"/>
              <a:buNone/>
            </a:pPr>
            <a:r>
              <a:rPr b="1" i="0" lang="en-US" sz="4498" u="none" cap="none" strike="noStrike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Layihən haqqında yaz, nəyi işlədib-hazırlamısan. Necə işləyir, etməsi çətin oldumu?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ca653e9777_0_16"/>
          <p:cNvSpPr txBox="1"/>
          <p:nvPr/>
        </p:nvSpPr>
        <p:spPr>
          <a:xfrm>
            <a:off x="1025263" y="575265"/>
            <a:ext cx="16233901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>Mənim layihəm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ca653e9777_0_16"/>
          <p:cNvSpPr txBox="1"/>
          <p:nvPr/>
        </p:nvSpPr>
        <p:spPr>
          <a:xfrm>
            <a:off x="1594703" y="2342150"/>
            <a:ext cx="13314900" cy="16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8"/>
              <a:buFont typeface="Arial"/>
              <a:buNone/>
            </a:pPr>
            <a:r>
              <a:rPr b="1" i="0" lang="en-US" sz="4498" u="none" cap="none" strike="noStrike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Layihənizin şəkillərini (screenshotlarını) əlavə 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ca653e9777_0_21"/>
          <p:cNvSpPr txBox="1"/>
          <p:nvPr/>
        </p:nvSpPr>
        <p:spPr>
          <a:xfrm>
            <a:off x="1025263" y="575265"/>
            <a:ext cx="16233901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>Kim mənə kömək etdi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ca653e9777_0_21"/>
          <p:cNvSpPr txBox="1"/>
          <p:nvPr/>
        </p:nvSpPr>
        <p:spPr>
          <a:xfrm>
            <a:off x="1594703" y="2342150"/>
            <a:ext cx="13314900" cy="16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8"/>
              <a:buFont typeface="Arial"/>
              <a:buNone/>
            </a:pPr>
            <a:r>
              <a:rPr b="1" i="0" lang="en-US" sz="4498" u="none" cap="none" strike="noStrike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Müəllim haqqında bir neçə söz yaza bilərsən :)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gc871dbcadf_0_7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2792" y="812001"/>
            <a:ext cx="10215506" cy="926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c871dbcadf_0_7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9450" y="216550"/>
            <a:ext cx="15002206" cy="10011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c871dbcadf_0_7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3106" y="8351296"/>
            <a:ext cx="10587218" cy="125058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c871dbcadf_0_744"/>
          <p:cNvSpPr txBox="1"/>
          <p:nvPr>
            <p:ph type="title"/>
          </p:nvPr>
        </p:nvSpPr>
        <p:spPr>
          <a:xfrm>
            <a:off x="7440639" y="8351300"/>
            <a:ext cx="7095000" cy="12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</a:pPr>
            <a:r>
              <a:rPr b="1" lang="en-US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&lt;Təşəkkür edirəm!/&gt;</a:t>
            </a:r>
            <a:endParaRPr b="1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